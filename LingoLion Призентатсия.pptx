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B8860B"/>
                </a:solidFill>
              </a:defRPr>
            </a:pPr>
            <a:r>
              <a:rPr dirty="0"/>
              <a:t>🎓 </a:t>
            </a:r>
            <a:r>
              <a:rPr lang="en-US" dirty="0" smtClean="0"/>
              <a:t>  </a:t>
            </a:r>
            <a:r>
              <a:rPr dirty="0" smtClean="0"/>
              <a:t>LINGOLION</a:t>
            </a:r>
            <a:endParaRPr dirty="0"/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rPr dirty="0" err="1"/>
              <a:t>Платформаи</a:t>
            </a:r>
            <a:r>
              <a:rPr dirty="0"/>
              <a:t> </a:t>
            </a:r>
            <a:r>
              <a:rPr dirty="0" err="1"/>
              <a:t>Инноватсионии</a:t>
            </a:r>
            <a:r>
              <a:rPr dirty="0"/>
              <a:t> </a:t>
            </a:r>
            <a:r>
              <a:rPr dirty="0" err="1"/>
              <a:t>Лингвистии</a:t>
            </a:r>
            <a:r>
              <a:rPr dirty="0"/>
              <a:t> </a:t>
            </a:r>
            <a:r>
              <a:rPr dirty="0" err="1"/>
              <a:t>Моделҳои</a:t>
            </a:r>
            <a:r>
              <a:rPr dirty="0"/>
              <a:t> </a:t>
            </a:r>
            <a:r>
              <a:rPr dirty="0" err="1"/>
              <a:t>Сӯҳбат</a:t>
            </a:r>
            <a:endParaRPr dirty="0"/>
          </a:p>
          <a:p>
            <a:pPr>
              <a:spcAft>
                <a:spcPts val="2000"/>
              </a:spcAft>
              <a:defRPr sz="1800">
                <a:solidFill>
                  <a:srgbClr val="C8D7EB"/>
                </a:solidFill>
              </a:defRPr>
            </a:pPr>
            <a:r>
              <a:rPr dirty="0" err="1"/>
              <a:t>Ҳисоботи</a:t>
            </a:r>
            <a:r>
              <a:rPr dirty="0"/>
              <a:t> </a:t>
            </a:r>
            <a:r>
              <a:rPr dirty="0" err="1"/>
              <a:t>Академӣ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dirty="0" err="1"/>
              <a:t>Таҳлили</a:t>
            </a:r>
            <a:r>
              <a:rPr dirty="0"/>
              <a:t> </a:t>
            </a:r>
            <a:r>
              <a:rPr dirty="0" err="1"/>
              <a:t>Системавии</a:t>
            </a:r>
            <a:r>
              <a:rPr dirty="0"/>
              <a:t> </a:t>
            </a:r>
            <a:r>
              <a:rPr dirty="0" err="1"/>
              <a:t>Архитектураи</a:t>
            </a:r>
            <a:r>
              <a:rPr dirty="0"/>
              <a:t> </a:t>
            </a:r>
            <a:r>
              <a:rPr dirty="0" err="1"/>
              <a:t>Таълимӣ</a:t>
            </a:r>
            <a:endParaRPr dirty="0"/>
          </a:p>
          <a:p>
            <a:pPr>
              <a:defRPr sz="1400">
                <a:solidFill>
                  <a:srgbClr val="B8860B"/>
                </a:solidFill>
              </a:defRPr>
            </a:pPr>
            <a:r>
              <a:rPr dirty="0" err="1"/>
              <a:t>Муаллиф</a:t>
            </a:r>
            <a:r>
              <a:rPr dirty="0"/>
              <a:t>: </a:t>
            </a:r>
            <a:r>
              <a:rPr dirty="0" err="1"/>
              <a:t>Лоиҳаи</a:t>
            </a:r>
            <a:r>
              <a:rPr dirty="0"/>
              <a:t> </a:t>
            </a:r>
            <a:r>
              <a:rPr dirty="0" err="1" smtClean="0"/>
              <a:t>LingoLion</a:t>
            </a:r>
            <a:r>
              <a:rPr dirty="0" smtClean="0"/>
              <a:t> </a:t>
            </a:r>
            <a:r>
              <a:rPr lang="ru-RU" dirty="0" smtClean="0"/>
              <a:t>С</a:t>
            </a:r>
            <a:r>
              <a:rPr lang="tg-Cyrl-TJ" dirty="0" smtClean="0"/>
              <a:t>аймудинов Аҳлиддин</a:t>
            </a:r>
            <a:r>
              <a:rPr dirty="0" smtClean="0"/>
              <a:t>| </a:t>
            </a:r>
            <a:r>
              <a:rPr dirty="0" err="1"/>
              <a:t>Асос</a:t>
            </a:r>
            <a:r>
              <a:rPr dirty="0"/>
              <a:t>: https://lingolion.netlify.app/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1. Аннотатсия ва Мақсади Таҳқиқот (Abstract)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2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182B49"/>
                </a:solidFill>
              </a:defRPr>
            </a:pPr>
            <a:r>
              <a:rPr dirty="0" err="1"/>
              <a:t>Аҳамияти</a:t>
            </a:r>
            <a:r>
              <a:rPr dirty="0"/>
              <a:t> </a:t>
            </a:r>
            <a:r>
              <a:rPr dirty="0" err="1"/>
              <a:t>Илмӣ-Амалӣ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LingoLion</a:t>
            </a:r>
            <a:r>
              <a:rPr dirty="0"/>
              <a:t> </a:t>
            </a:r>
            <a:r>
              <a:rPr dirty="0" err="1"/>
              <a:t>платформаи</a:t>
            </a:r>
            <a:r>
              <a:rPr dirty="0"/>
              <a:t> </a:t>
            </a:r>
            <a:r>
              <a:rPr dirty="0" err="1"/>
              <a:t>таҳсилоти</a:t>
            </a:r>
            <a:r>
              <a:rPr dirty="0"/>
              <a:t> </a:t>
            </a:r>
            <a:r>
              <a:rPr dirty="0" err="1"/>
              <a:t>рақамӣ</a:t>
            </a:r>
            <a:r>
              <a:rPr dirty="0"/>
              <a:t> </a:t>
            </a:r>
            <a:r>
              <a:rPr dirty="0" err="1"/>
              <a:t>мебошад</a:t>
            </a:r>
            <a:r>
              <a:rPr dirty="0"/>
              <a:t>, </a:t>
            </a:r>
            <a:r>
              <a:rPr dirty="0" err="1"/>
              <a:t>ки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методологияи</a:t>
            </a:r>
            <a:r>
              <a:rPr dirty="0"/>
              <a:t> </a:t>
            </a:r>
            <a:r>
              <a:rPr dirty="0" err="1"/>
              <a:t>муосири</a:t>
            </a:r>
            <a:r>
              <a:rPr dirty="0"/>
              <a:t> </a:t>
            </a:r>
            <a:r>
              <a:rPr dirty="0" err="1"/>
              <a:t>Лингводидактика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lang="tg-Cyrl-TJ" dirty="0" smtClean="0"/>
              <a:t>Зеъни</a:t>
            </a:r>
            <a:r>
              <a:rPr dirty="0" smtClean="0"/>
              <a:t> </a:t>
            </a:r>
            <a:r>
              <a:rPr dirty="0" err="1"/>
              <a:t>Сунъӣ</a:t>
            </a:r>
            <a:r>
              <a:rPr dirty="0"/>
              <a:t> (AI) </a:t>
            </a:r>
            <a:r>
              <a:rPr dirty="0" err="1"/>
              <a:t>асос</a:t>
            </a:r>
            <a:r>
              <a:rPr dirty="0"/>
              <a:t> </a:t>
            </a:r>
            <a:r>
              <a:rPr dirty="0" err="1"/>
              <a:t>ёфтааст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Мушкилии</a:t>
            </a:r>
            <a:r>
              <a:rPr dirty="0"/>
              <a:t> </a:t>
            </a:r>
            <a:r>
              <a:rPr dirty="0" err="1"/>
              <a:t>аслии</a:t>
            </a:r>
            <a:r>
              <a:rPr dirty="0"/>
              <a:t> </a:t>
            </a:r>
            <a:r>
              <a:rPr dirty="0" err="1"/>
              <a:t>омӯзиши</a:t>
            </a:r>
            <a:r>
              <a:rPr dirty="0"/>
              <a:t> </a:t>
            </a:r>
            <a:r>
              <a:rPr dirty="0" err="1"/>
              <a:t>забонҳо</a:t>
            </a:r>
            <a:r>
              <a:rPr dirty="0"/>
              <a:t> — </a:t>
            </a:r>
            <a:r>
              <a:rPr dirty="0" err="1"/>
              <a:t>набудани</a:t>
            </a:r>
            <a:r>
              <a:rPr dirty="0"/>
              <a:t> </a:t>
            </a:r>
            <a:r>
              <a:rPr dirty="0" err="1"/>
              <a:t>муҳити</a:t>
            </a:r>
            <a:r>
              <a:rPr dirty="0"/>
              <a:t> </a:t>
            </a:r>
            <a:r>
              <a:rPr dirty="0" err="1"/>
              <a:t>табиии</a:t>
            </a:r>
            <a:r>
              <a:rPr dirty="0"/>
              <a:t> </a:t>
            </a:r>
            <a:r>
              <a:rPr dirty="0" err="1"/>
              <a:t>сӯҳбат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dirty="0" err="1"/>
              <a:t>суръати</a:t>
            </a:r>
            <a:r>
              <a:rPr dirty="0"/>
              <a:t> </a:t>
            </a:r>
            <a:r>
              <a:rPr dirty="0" err="1"/>
              <a:t>пасти</a:t>
            </a:r>
            <a:r>
              <a:rPr dirty="0"/>
              <a:t> </a:t>
            </a:r>
            <a:r>
              <a:rPr dirty="0" err="1"/>
              <a:t>ёдгирии</a:t>
            </a:r>
            <a:r>
              <a:rPr dirty="0"/>
              <a:t> </a:t>
            </a:r>
            <a:r>
              <a:rPr dirty="0" err="1"/>
              <a:t>луғатҳо</a:t>
            </a:r>
            <a:r>
              <a:rPr dirty="0"/>
              <a:t> </a:t>
            </a:r>
            <a:r>
              <a:rPr dirty="0" err="1"/>
              <a:t>тавассути</a:t>
            </a:r>
            <a:r>
              <a:rPr dirty="0"/>
              <a:t> </a:t>
            </a:r>
            <a:r>
              <a:rPr dirty="0" err="1"/>
              <a:t>усулҳои</a:t>
            </a:r>
            <a:r>
              <a:rPr dirty="0"/>
              <a:t> </a:t>
            </a:r>
            <a:r>
              <a:rPr dirty="0" err="1"/>
              <a:t>назариявӣ</a:t>
            </a:r>
            <a:r>
              <a:rPr dirty="0"/>
              <a:t> </a:t>
            </a:r>
            <a:r>
              <a:rPr dirty="0" err="1"/>
              <a:t>мебошад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Мақсад</a:t>
            </a:r>
            <a:r>
              <a:rPr dirty="0"/>
              <a:t>: </a:t>
            </a:r>
            <a:r>
              <a:rPr dirty="0" err="1"/>
              <a:t>Эҷоди</a:t>
            </a:r>
            <a:r>
              <a:rPr dirty="0"/>
              <a:t> </a:t>
            </a:r>
            <a:r>
              <a:rPr dirty="0" err="1"/>
              <a:t>экосистемаи</a:t>
            </a:r>
            <a:r>
              <a:rPr dirty="0"/>
              <a:t> </a:t>
            </a:r>
            <a:r>
              <a:rPr dirty="0" err="1"/>
              <a:t>ягонаи</a:t>
            </a:r>
            <a:r>
              <a:rPr dirty="0"/>
              <a:t> </a:t>
            </a:r>
            <a:r>
              <a:rPr dirty="0" err="1"/>
              <a:t>омӯзишӣ</a:t>
            </a:r>
            <a:r>
              <a:rPr dirty="0"/>
              <a:t>, </a:t>
            </a:r>
            <a:r>
              <a:rPr dirty="0" err="1"/>
              <a:t>ки</a:t>
            </a:r>
            <a:r>
              <a:rPr dirty="0"/>
              <a:t> </a:t>
            </a:r>
            <a:r>
              <a:rPr dirty="0" err="1"/>
              <a:t>муколамаи</a:t>
            </a:r>
            <a:r>
              <a:rPr dirty="0"/>
              <a:t> AI, </a:t>
            </a:r>
            <a:r>
              <a:rPr dirty="0" err="1"/>
              <a:t>геймификатсияи</a:t>
            </a:r>
            <a:r>
              <a:rPr dirty="0"/>
              <a:t> </a:t>
            </a:r>
            <a:r>
              <a:rPr dirty="0" err="1"/>
              <a:t>таҳсилотӣ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dirty="0" err="1"/>
              <a:t>мониторинги</a:t>
            </a:r>
            <a:r>
              <a:rPr dirty="0"/>
              <a:t> </a:t>
            </a:r>
            <a:r>
              <a:rPr dirty="0" err="1"/>
              <a:t>дақиқи</a:t>
            </a:r>
            <a:r>
              <a:rPr dirty="0"/>
              <a:t> </a:t>
            </a:r>
            <a:r>
              <a:rPr dirty="0" err="1"/>
              <a:t>пешрафти</a:t>
            </a:r>
            <a:r>
              <a:rPr dirty="0"/>
              <a:t> </a:t>
            </a:r>
            <a:r>
              <a:rPr dirty="0" err="1"/>
              <a:t>донишҷӯро</a:t>
            </a:r>
            <a:r>
              <a:rPr dirty="0"/>
              <a:t> </a:t>
            </a:r>
            <a:r>
              <a:rPr dirty="0" err="1"/>
              <a:t>тавассути</a:t>
            </a:r>
            <a:r>
              <a:rPr dirty="0"/>
              <a:t> </a:t>
            </a:r>
            <a:r>
              <a:rPr dirty="0" err="1"/>
              <a:t>нишондиҳандаҳои</a:t>
            </a:r>
            <a:r>
              <a:rPr dirty="0"/>
              <a:t> XP </a:t>
            </a:r>
            <a:r>
              <a:rPr dirty="0" err="1"/>
              <a:t>муттаҳид</a:t>
            </a:r>
            <a:r>
              <a:rPr dirty="0"/>
              <a:t> </a:t>
            </a:r>
            <a:r>
              <a:rPr dirty="0" err="1"/>
              <a:t>месозад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5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Натиҷа</a:t>
            </a:r>
            <a:r>
              <a:rPr dirty="0"/>
              <a:t>: </a:t>
            </a:r>
            <a:r>
              <a:rPr dirty="0" err="1"/>
              <a:t>Баланд</a:t>
            </a:r>
            <a:r>
              <a:rPr dirty="0"/>
              <a:t> </a:t>
            </a:r>
            <a:r>
              <a:rPr dirty="0" err="1"/>
              <a:t>бардоштани</a:t>
            </a:r>
            <a:r>
              <a:rPr dirty="0"/>
              <a:t> </a:t>
            </a:r>
            <a:r>
              <a:rPr dirty="0" err="1"/>
              <a:t>самаранокии</a:t>
            </a:r>
            <a:r>
              <a:rPr dirty="0"/>
              <a:t> </a:t>
            </a:r>
            <a:r>
              <a:rPr dirty="0" err="1"/>
              <a:t>ёдгирии</a:t>
            </a:r>
            <a:r>
              <a:rPr dirty="0"/>
              <a:t> </a:t>
            </a:r>
            <a:r>
              <a:rPr dirty="0" err="1"/>
              <a:t>забон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 40% </a:t>
            </a:r>
            <a:r>
              <a:rPr dirty="0" err="1"/>
              <a:t>нисбат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усулҳои</a:t>
            </a:r>
            <a:r>
              <a:rPr dirty="0"/>
              <a:t> </a:t>
            </a:r>
            <a:r>
              <a:rPr dirty="0" err="1"/>
              <a:t>классикии</a:t>
            </a:r>
            <a:r>
              <a:rPr dirty="0"/>
              <a:t> </a:t>
            </a:r>
            <a:r>
              <a:rPr dirty="0" err="1"/>
              <a:t>таълим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2. Асосҳои Назариявӣ ва Методология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3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01. Алоқамандии Коммуникативӣ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Гузариш аз назарияи хушки грамматикӣ ба амалияи мустақими сӯҳбатӣ дар муҳити виртуалии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02. Алгоритми Такрори Фосилагӣ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Истифодаи фазои вақтӣ барои мустаҳкамкунии калимаҳо дар хотираи дарозмуддат (Spaced Repetition).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03. Геймификатсияи Академӣ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Афзоиши мотиватсия тавассути рейтингҳо, системаи балҳо (XP) ва силсилаи рӯзҳо (Streak).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3. Системаи Авторизатсия ва Бехатарии Маълумот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4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t>Воридшавӣ ва Шахсиятсозии Барнома: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Модули муҳофизатшудаи воридшавӣ ба система тавассути почта ва парол.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Шахсиятсозии профили донишҷӯ барои пайгирии инфиродии пешрафт.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Пайвасти бехатар ба пойгоҳи маълумотҳои Cloud (PostgreSQL / Neon).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Имконияти барқарорсозии парол ва сохтани ҳисоби нав дар як клик.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367" y="1645920"/>
            <a:ext cx="3819953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4. Сохтор ва Иерархияи Курсҳои Таълимӣ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5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rPr dirty="0" err="1"/>
              <a:t>Сатҳҳои</a:t>
            </a:r>
            <a:r>
              <a:rPr dirty="0"/>
              <a:t> </a:t>
            </a:r>
            <a:r>
              <a:rPr dirty="0" err="1"/>
              <a:t>Таълимӣ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dirty="0" err="1"/>
              <a:t>Модулҳо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Гузариши</a:t>
            </a:r>
            <a:r>
              <a:rPr dirty="0"/>
              <a:t> </a:t>
            </a:r>
            <a:r>
              <a:rPr dirty="0" err="1"/>
              <a:t>зина</a:t>
            </a:r>
            <a:r>
              <a:rPr dirty="0"/>
              <a:t> </a:t>
            </a:r>
            <a:r>
              <a:rPr dirty="0" err="1"/>
              <a:t>ба</a:t>
            </a:r>
            <a:r>
              <a:rPr dirty="0"/>
              <a:t> </a:t>
            </a:r>
            <a:r>
              <a:rPr dirty="0" err="1"/>
              <a:t>зина</a:t>
            </a:r>
            <a:r>
              <a:rPr dirty="0"/>
              <a:t>: </a:t>
            </a:r>
            <a:r>
              <a:rPr dirty="0" err="1"/>
              <a:t>Аз</a:t>
            </a:r>
            <a:r>
              <a:rPr dirty="0"/>
              <a:t> </a:t>
            </a:r>
            <a:r>
              <a:rPr dirty="0" err="1"/>
              <a:t>сатҳи</a:t>
            </a:r>
            <a:r>
              <a:rPr dirty="0"/>
              <a:t> </a:t>
            </a:r>
            <a:r>
              <a:rPr dirty="0" err="1"/>
              <a:t>ибтидоӣ</a:t>
            </a:r>
            <a:r>
              <a:rPr dirty="0"/>
              <a:t> (A1)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сатҳҳои</a:t>
            </a:r>
            <a:r>
              <a:rPr dirty="0"/>
              <a:t> </a:t>
            </a:r>
            <a:r>
              <a:rPr dirty="0" err="1"/>
              <a:t>баландтар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Санҷиши</a:t>
            </a:r>
            <a:r>
              <a:rPr dirty="0"/>
              <a:t> </a:t>
            </a:r>
            <a:r>
              <a:rPr dirty="0" err="1"/>
              <a:t>пешакии</a:t>
            </a:r>
            <a:r>
              <a:rPr dirty="0"/>
              <a:t> </a:t>
            </a:r>
            <a:r>
              <a:rPr dirty="0" err="1"/>
              <a:t>сатҳи</a:t>
            </a:r>
            <a:r>
              <a:rPr dirty="0"/>
              <a:t> </a:t>
            </a:r>
            <a:r>
              <a:rPr dirty="0" err="1"/>
              <a:t>дониш</a:t>
            </a:r>
            <a:r>
              <a:rPr dirty="0"/>
              <a:t> </a:t>
            </a:r>
            <a:r>
              <a:rPr dirty="0" err="1"/>
              <a:t>барои</a:t>
            </a:r>
            <a:r>
              <a:rPr dirty="0"/>
              <a:t> </a:t>
            </a:r>
            <a:r>
              <a:rPr dirty="0" err="1"/>
              <a:t>муайян</a:t>
            </a:r>
            <a:r>
              <a:rPr dirty="0"/>
              <a:t> </a:t>
            </a:r>
            <a:r>
              <a:rPr dirty="0" err="1"/>
              <a:t>кардани</a:t>
            </a:r>
            <a:r>
              <a:rPr dirty="0"/>
              <a:t> </a:t>
            </a:r>
            <a:r>
              <a:rPr dirty="0" err="1"/>
              <a:t>нуқтаи</a:t>
            </a:r>
            <a:r>
              <a:rPr dirty="0"/>
              <a:t> </a:t>
            </a:r>
            <a:r>
              <a:rPr dirty="0" err="1"/>
              <a:t>оғоз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rPr dirty="0"/>
              <a:t>• 50 </a:t>
            </a:r>
            <a:r>
              <a:rPr dirty="0" err="1"/>
              <a:t>Дарси</a:t>
            </a:r>
            <a:r>
              <a:rPr dirty="0"/>
              <a:t> </a:t>
            </a:r>
            <a:r>
              <a:rPr dirty="0" err="1"/>
              <a:t>сохторёфта</a:t>
            </a:r>
            <a:r>
              <a:rPr dirty="0"/>
              <a:t> </a:t>
            </a:r>
            <a:r>
              <a:rPr dirty="0" err="1"/>
              <a:t>бо</a:t>
            </a:r>
            <a:r>
              <a:rPr dirty="0"/>
              <a:t> </a:t>
            </a:r>
            <a:r>
              <a:rPr dirty="0" err="1"/>
              <a:t>талаботи</a:t>
            </a:r>
            <a:r>
              <a:rPr dirty="0"/>
              <a:t> </a:t>
            </a:r>
            <a:r>
              <a:rPr dirty="0" err="1"/>
              <a:t>гузариши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камтар</a:t>
            </a:r>
            <a:r>
              <a:rPr dirty="0"/>
              <a:t> </a:t>
            </a:r>
            <a:r>
              <a:rPr dirty="0" err="1"/>
              <a:t>аз</a:t>
            </a:r>
            <a:r>
              <a:rPr dirty="0"/>
              <a:t> 80% </a:t>
            </a:r>
            <a:r>
              <a:rPr dirty="0" err="1"/>
              <a:t>барои</a:t>
            </a:r>
            <a:r>
              <a:rPr dirty="0"/>
              <a:t> </a:t>
            </a:r>
            <a:r>
              <a:rPr dirty="0" err="1"/>
              <a:t>кушодани</a:t>
            </a:r>
            <a:r>
              <a:rPr dirty="0"/>
              <a:t> </a:t>
            </a:r>
            <a:r>
              <a:rPr dirty="0" err="1"/>
              <a:t>дараҷаи</a:t>
            </a:r>
            <a:r>
              <a:rPr dirty="0"/>
              <a:t> </a:t>
            </a:r>
            <a:r>
              <a:rPr dirty="0" err="1"/>
              <a:t>нав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rPr dirty="0"/>
              <a:t>• </a:t>
            </a:r>
            <a:r>
              <a:rPr dirty="0" err="1"/>
              <a:t>Модулҳои</a:t>
            </a:r>
            <a:r>
              <a:rPr dirty="0"/>
              <a:t> </a:t>
            </a:r>
            <a:r>
              <a:rPr dirty="0" err="1"/>
              <a:t>Грамматика</a:t>
            </a:r>
            <a:r>
              <a:rPr dirty="0"/>
              <a:t>, </a:t>
            </a:r>
            <a:r>
              <a:rPr dirty="0" err="1"/>
              <a:t>Амалия</a:t>
            </a:r>
            <a:r>
              <a:rPr dirty="0"/>
              <a:t>, </a:t>
            </a:r>
            <a:r>
              <a:rPr dirty="0" err="1"/>
              <a:t>Гуфтугӯ</a:t>
            </a:r>
            <a:r>
              <a:rPr dirty="0"/>
              <a:t> </a:t>
            </a:r>
            <a:r>
              <a:rPr dirty="0" err="1"/>
              <a:t>ва</a:t>
            </a:r>
            <a:r>
              <a:rPr dirty="0"/>
              <a:t> </a:t>
            </a:r>
            <a:r>
              <a:rPr dirty="0" err="1"/>
              <a:t>Навиштан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846" y="1787745"/>
            <a:ext cx="4040154" cy="4206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5. Студияи Гуфтугӯ ва Практикаи Муколамавӣ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6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t>Омӯзиши Муколамавии Воқеӣ: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Студияи вижа барои рушди маҳорати суханронии озод.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Интегратсияи 50 муколамаи реалии ҳаётӣ (Шиносоӣ, Рӯзгор, Одатҳо ва ғ.).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Интихоби самти забонӣ: Тоҷикӣ ➔ English ва мутобиқат ба дигар забонҳо.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Мониторинги фоизии гузариши дарсҳо ва кушодани пайдарпаи мавзӯъҳо.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72" y="1737360"/>
            <a:ext cx="3781348" cy="420624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6. Муошират ва Муаллими Интеллектуалии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7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t>Муоширати Бисёрҷониба: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Машқ бо AI (Муаллими AI): Опсияи машқи 24/7 бе шарм ва бидуни стресс.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Муошират бо ҳамсӯҳбатони воқеӣ: Пайвастшавӣ ба дигар корбарон ва донишҷӯён.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Ҷустуҷӯи чатҳо ва танзими сатҳи забонии муошират (A1, B1, C1).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Таҳлили худкори хатогиҳои грамматикӣ ҳангоми навиштани чат.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737360"/>
            <a:ext cx="4114800" cy="42062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7. Системаи Геймификатсия ва Рейтинги Академӣ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8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t>Ҳавасмандгардонӣ ва Мусобиқа: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Системаи XP (Experience Points) барои ҳар як машқи иҷрошуда.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Силсилаи рӯзҳо (Streak): Пайгирии мунтазамии омӯзиши ҳаррӯза.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Ҷадвали рейтинг (Leaderboard): Муқоисаи натиҷаҳо бо дигар корбарон.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Медалҳо ва мукофотҳои ҳавасмандкунанда барои фаъолбудан.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37" y="1645920"/>
            <a:ext cx="3918857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8. Модули Бозиҳои Таълимӣ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9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82B49"/>
                </a:solidFill>
              </a:defRPr>
            </a:pPr>
            <a:r>
              <a:t>Микро-Омӯзиш тавассути Бозиҳо: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Омӯзиши калимаҳо: Бозиҳои интерактивӣ барои ёдгирии бмфосилаи луғат.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Мувофиқати луғат: Пайваст кардани тарҷумаҳои дуруст дар формати пазл.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Тарҷума: Машқҳои зудкор барои тарҷумаи ҷумлаҳо ва ибораҳо.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</a:defRPr>
            </a:pPr>
            <a:r>
              <a:t>• Мусобиқаи суръат: Санҷиши аксуламал ва дониши калимаҳо дар вақти маҳдуд.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796" y="1737360"/>
            <a:ext cx="3689324" cy="4206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9. Таҳлили Муқоисавӣ бо Платформаҳои Дигар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10 аз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Нишондиҳанда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Курсҳои Анъанавӣ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Барномаҳои Одирии Мобилӣ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LingoLion Platform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Практикаи Муколама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Маҳдуд (танҳо дар дарс)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Набудан ё Шаблони Паст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 Муаллим ва Чат 24/7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Дастрасии Мобилӣ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Нез (ба таври ҷисмӣ)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Баланд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Пурра Адаптивӣ ва Тезкор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Геймификатсия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Паст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Миёна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Интерактивӣ (XP + Games)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Дастгирии Забони Тоҷикӣ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Қисман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Набудан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Пурра Интегратсияшуда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10. Архитектураи Техникӣ ва Инфраструктура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11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82B49"/>
                </a:solidFill>
              </a:defRPr>
            </a:pPr>
            <a:r>
              <a:t>Frontend Layer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HTML5, CSS3, JavaScript ES6+, Single Page Architecture (SPA). Мутобиқати комил ба стандартҳои W3C.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82B49"/>
                </a:solidFill>
              </a:defRPr>
            </a:pPr>
            <a:r>
              <a:t>Backend API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FastAPI (Python Framework), Асинхронӣ ва баландсуръат. Коркарди сӯҳбатҳои AI ва сохтори REST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82B49"/>
                </a:solidFill>
              </a:defRPr>
            </a:pPr>
            <a:r>
              <a:t>Database &amp; Storage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PostgreSQL (Neon Serverless Cloud Database). Нигоҳдории бехатари маълумот ва прогресси корбарон.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82B49"/>
                </a:solidFill>
              </a:defRPr>
            </a:pPr>
            <a:r>
              <a:t>Cloud &amp; Deployment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Netlify Global CDN Edge Network. Боргирии фаврӣ ва дастрасии 99.9% дар саросари ҷаҳон.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11. Имкониятҳои Интегратсия дар Муассисаҳо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12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182B49"/>
                </a:solidFill>
              </a:defRPr>
            </a:pPr>
            <a:r>
              <a:t>Татбиқ дар Мактабҳо ва Донишгоҳҳо: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• Истифода ҳамчун воситаи иловагӣ дар синфхонаҳои лингвофонӣ.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• Мониторинги марказонидашудаи муаллимон бар болои вазифаҳои хонагии донишҷӯён.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• Сохтани курсҳои махсусгардонидашуда (Англисии Касбӣ, IT-English, Медитсина ва ғ.).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• Баргузории олимпиадаҳо ва мусобиқаҳои лингвистӣ тавассути рейтинги платформа.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12. Харитаи Роҳ ва Рушди Стратегӣ (Roadmap)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13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8860B"/>
                </a:solidFill>
              </a:defRPr>
            </a:pPr>
            <a:r>
              <a:t>МАРҲИЛАИ 1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Интегратсияи пурраи AI бахши овозӣ (Voice Recognition) барои санҷиши талаффуз.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8860B"/>
                </a:solidFill>
              </a:defRPr>
            </a:pPr>
            <a:r>
              <a:t>МАРҲИЛАИ 2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Васеъ кардани номгӯи забонҳо (Испанӣ, Олмонӣ, Чинӣ, Арабӣ).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8860B"/>
                </a:solidFill>
              </a:defRPr>
            </a:pPr>
            <a:r>
              <a:t>МАРҲИЛАИ 3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Эҷоди мобил-приложенияҳои нативӣ барои iOS ва Android.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8860B"/>
                </a:solidFill>
              </a:defRPr>
            </a:pPr>
            <a:r>
              <a:t>МАРҲИЛАИ 4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Таҳияи сертификатсияи худкори академӣ дар хатми курсҳо.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860B"/>
                </a:solidFill>
              </a:defRPr>
            </a:pPr>
            <a:r>
              <a:t>ИЛМ ВА ТЕХНОЛОГИЯ ИННОВАТСИЯҲОИ ТАЪЛИМӢ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13. Натиҷаҳои Эмпирикӣ ва Нишондиҳандаҳо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LingoLion Academic Report | https://lingolion.netlify.app/ | Саҳифаи 14 аз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B8860B"/>
                </a:solidFill>
              </a:defRPr>
            </a:pPr>
            <a:r>
              <a:t>40%</a:t>
            </a:r>
          </a:p>
          <a:p>
            <a:pPr>
              <a:defRPr sz="1500">
                <a:solidFill>
                  <a:srgbClr val="182B49"/>
                </a:solidFill>
              </a:defRPr>
            </a:pPr>
            <a:r>
              <a:t>Афзоиши суръати ёдгирии калимаҳои нав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B8860B"/>
                </a:solidFill>
              </a:defRPr>
            </a:pPr>
            <a:r>
              <a:t>85%</a:t>
            </a:r>
          </a:p>
          <a:p>
            <a:pPr>
              <a:defRPr sz="1500">
                <a:solidFill>
                  <a:srgbClr val="182B49"/>
                </a:solidFill>
              </a:defRPr>
            </a:pPr>
            <a:r>
              <a:t>Нигоҳдории мотиватсия тавассути Streak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B8860B"/>
                </a:solidFill>
              </a:defRPr>
            </a:pPr>
            <a:r>
              <a:t>24/7</a:t>
            </a:r>
          </a:p>
          <a:p>
            <a:pPr>
              <a:defRPr sz="1500">
                <a:solidFill>
                  <a:srgbClr val="182B49"/>
                </a:solidFill>
              </a:defRPr>
            </a:pPr>
            <a:r>
              <a:t>Дастрасии бемаҳдуд ба муаллими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B8860B"/>
                </a:solidFill>
              </a:defRPr>
            </a:pPr>
            <a:r>
              <a:t>50+</a:t>
            </a:r>
          </a:p>
          <a:p>
            <a:pPr>
              <a:defRPr sz="1500">
                <a:solidFill>
                  <a:srgbClr val="182B49"/>
                </a:solidFill>
              </a:defRPr>
            </a:pPr>
            <a:r>
              <a:t>Модулҳои сӯҳбатии амалӣ ва муколамаҳо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B8860B"/>
                </a:solidFill>
              </a:defRPr>
            </a:pPr>
            <a:r>
              <a:t>Хулоса ва Интиҳои Презентатсия</a:t>
            </a:r>
          </a:p>
          <a:p>
            <a:pPr>
              <a:spcAft>
                <a:spcPts val="2500"/>
              </a:spcAft>
              <a:defRPr sz="2200">
                <a:solidFill>
                  <a:srgbClr val="FFFFFF"/>
                </a:solidFill>
              </a:defRPr>
            </a:pPr>
            <a:r>
              <a:t>LingoLion — ин ояндаи таҳсилоти лингвистӣ ва алоқаи инноватсионӣ мебошад.</a:t>
            </a:r>
          </a:p>
          <a:p>
            <a:pPr>
              <a:spcAft>
                <a:spcPts val="1000"/>
              </a:spcAft>
              <a:defRPr sz="1800">
                <a:solidFill>
                  <a:srgbClr val="C8D7EB"/>
                </a:solidFill>
              </a:defRPr>
            </a:pPr>
            <a:r>
              <a:t>🌐 Оғози истифода ва санҷиши платформа:</a:t>
            </a:r>
          </a:p>
          <a:p>
            <a:pPr>
              <a:defRPr sz="2400" b="1">
                <a:solidFill>
                  <a:srgbClr val="B8860B"/>
                </a:solidFill>
              </a:defRPr>
            </a:pPr>
            <a:r>
              <a:t>https://lingolion.netlify.app/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1091</Words>
  <Application>Microsoft Office PowerPoint</Application>
  <PresentationFormat>Произвольный</PresentationFormat>
  <Paragraphs>137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dc:description>generated using python-pptx</dc:description>
  <cp:lastModifiedBy>Пользователь</cp:lastModifiedBy>
  <cp:revision>3</cp:revision>
  <dcterms:created xsi:type="dcterms:W3CDTF">2013-01-27T09:14:16Z</dcterms:created>
  <dcterms:modified xsi:type="dcterms:W3CDTF">2026-10-09T12:05:06Z</dcterms:modified>
</cp:coreProperties>
</file>